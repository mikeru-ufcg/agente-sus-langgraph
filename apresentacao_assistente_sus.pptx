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Assistente Inteligente do SUS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Sistema Agêntico com RAG e Automação (LangGraph + MCP)</a:t>
            </a:r>
          </a:p>
          <a:p/>
          <a:p>
            <a:r>
              <a:t>Miguel Macedo Ferreira</a:t>
            </a:r>
          </a:p>
          <a:p>
            <a:r>
              <a:t>Universidade Federal de Campina Grande</a:t>
            </a:r>
          </a:p>
          <a:p>
            <a:r>
              <a:t>Disciplina: Modelos Largos de Linguagem</a:t>
            </a:r>
          </a:p>
          <a:p>
            <a:r>
              <a:t>Professor: Leandro Balby Marinho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e Público‑Alvo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Cidadãos têm dificuldade em encontrar informações confiáveis sobre o SUS rapidamente.</a:t>
            </a:r>
          </a:p>
          <a:p>
            <a:pPr/>
            <a:r>
              <a:t>Documentos oficiais são extensos e pouco acessíveis para consulta rápida.</a:t>
            </a:r>
          </a:p>
          <a:p>
            <a:pPr/>
            <a:r>
              <a:t>Falta automação para tarefas simples como triagem inicial de sintomas.</a:t>
            </a:r>
          </a:p>
          <a:p>
            <a:pPr/>
            <a:r>
              <a:t>Público‑alvo: cidadãos e unidades de atenção básica.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Sistema (Sistema Agêntico)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Stack: Python, LangChain, LangGraph e Streamlit.</a:t>
            </a:r>
          </a:p>
          <a:p>
            <a:pPr/>
            <a:r>
              <a:t>Supervisor identifica intenção do usuário (pergunta ou automação).</a:t>
            </a:r>
          </a:p>
          <a:p>
            <a:pPr/>
            <a:r>
              <a:t>Retriever + Answerer utilizam FAISS e embeddings BAAI/bge-small.</a:t>
            </a:r>
          </a:p>
          <a:p>
            <a:pPr/>
            <a:r>
              <a:t>LLM local: Llama 3.1 8B executando via Ollama.</a:t>
            </a:r>
          </a:p>
          <a:p>
            <a:pPr/>
            <a:r>
              <a:t>Self‑Check executa verificação anti‑alucinação antes da resposta.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Segurança e Integração (MCP)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Uso do Model Context Protocol para integração segura.</a:t>
            </a:r>
          </a:p>
          <a:p>
            <a:pPr/>
            <a:r>
              <a:t>Sandboxing: acesso limitado ao diretório /dados_permitidos.</a:t>
            </a:r>
          </a:p>
          <a:p>
            <a:pPr/>
            <a:r>
              <a:t>Apenas ferramenta salvar_arquivo_triagem disponível ao LLM.</a:t>
            </a:r>
          </a:p>
          <a:p>
            <a:pPr/>
            <a:r>
              <a:t>Tentativas registradas em mcp_security.log para auditoria.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Arquitetura do Sistema em Execução</a:t>
            </a:r>
          </a:p>
        </p:txBody>
      </p:sp>
      <p:pic>
        <p:nvPicPr>
          <p:cNvPr id="3" name="Picture 2" descr="ea5601d8-f996-479c-a56a-e9524120e0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Interface Streamlit do Assistente</a:t>
            </a:r>
          </a:p>
        </p:txBody>
      </p:sp>
      <p:pic>
        <p:nvPicPr>
          <p:cNvPr id="3" name="Picture 2" descr="0e2c3c3e-c2e5-4ce8-9d50-d7d82a593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Consulta RAG: Princípios do SUS</a:t>
            </a:r>
          </a:p>
        </p:txBody>
      </p:sp>
      <p:pic>
        <p:nvPicPr>
          <p:cNvPr id="3" name="Picture 2" descr="66800162-b05c-46a1-81de-8aed60bcf0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Resposta baseada em documentos oficiais</a:t>
            </a:r>
          </a:p>
        </p:txBody>
      </p:sp>
      <p:pic>
        <p:nvPicPr>
          <p:cNvPr id="3" name="Picture 2" descr="41bf9f0f-c335-42df-9423-15f334952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Execução de Triagem Automatizada</a:t>
            </a:r>
          </a:p>
        </p:txBody>
      </p:sp>
      <p:pic>
        <p:nvPicPr>
          <p:cNvPr id="3" name="Picture 2" descr="1c7e8d50-4a04-484c-87b2-5380b6709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Automação segura via MCP</a:t>
            </a:r>
          </a:p>
        </p:txBody>
      </p:sp>
      <p:pic>
        <p:nvPicPr>
          <p:cNvPr id="3" name="Picture 2" descr="d90ebb58-6061-4e0e-bda3-a834341e9d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451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e Métricas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Faithfulness (RAGAS simulado): 0.98 com validação via Self‑Check.</a:t>
            </a:r>
          </a:p>
          <a:p>
            <a:pPr/>
            <a:r>
              <a:t>Context Recall: 0.92 utilizando busca FAISS.</a:t>
            </a:r>
          </a:p>
          <a:p>
            <a:pPr/>
            <a:r>
              <a:t>Taxa de sucesso da automação: 100%.</a:t>
            </a:r>
          </a:p>
          <a:p>
            <a:pPr/>
            <a:r>
              <a:t>Latência média: ~4s automação e ~15s consultas RAG em CPU.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Alta latência por executar LLM local em CPU.</a:t>
            </a:r>
          </a:p>
          <a:p>
            <a:pPr/>
            <a:r>
              <a:t>Corpus limitado aos PDFs adicionados manualmente.</a:t>
            </a:r>
          </a:p>
          <a:p>
            <a:pPr/>
            <a:r>
              <a:t>Futuro: implementar reranker para melhorar recuperação.</a:t>
            </a:r>
          </a:p>
          <a:p>
            <a:pPr/>
            <a:r>
              <a:t>Expandir MCP para integração com APIs reais do 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